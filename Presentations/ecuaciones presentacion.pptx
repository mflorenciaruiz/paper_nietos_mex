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14"/>
    <p:restoredTop sz="94693"/>
  </p:normalViewPr>
  <p:slideViewPr>
    <p:cSldViewPr snapToGrid="0">
      <p:cViewPr varScale="1">
        <p:scale>
          <a:sx n="99" d="100"/>
          <a:sy n="99" d="100"/>
        </p:scale>
        <p:origin x="92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216AA-6E71-42DA-0E93-4167E28B8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F7BDD1-1DEA-49E9-FF4E-EBF8DC520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E7ED50-3136-E9D5-B2FF-A02C1AA0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04EE3A-B13C-1224-F351-55D73170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5CFD1B-4E8E-F231-A8B4-8FBD1329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56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8EE51-E36C-3144-ACC0-693228CA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719287-C8DF-124B-7A99-790FBF1D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B0C844-D985-B996-FC6B-99A40FD5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EE9C00-4276-54B2-E9EC-8B5B4028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32E8A3-59BA-0740-F152-A42E7F03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748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B9C7E-FB2E-82FF-BAFB-957144ECE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B6B9B4-78C0-F102-A55C-CB49C0CD4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D5EC65-4975-EAE5-6B46-E617D433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1A4109-BD44-BE61-8112-814F284C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EC08BB-7E58-2645-6FD1-7AEF79EF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38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C1DDA-924B-BDA8-CD12-B6EBDC631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6094F2-2ECD-F601-D7FE-7DCEBCD17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954D48-2D49-61D3-8827-E6FB03B69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540788-DD6B-E1E6-B7D4-8784FB4E4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A35A5C-3A15-4BFE-1305-962DC8FB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5511AD-9160-27CD-270F-5425C688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2786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03A9A-45BF-E201-C9CA-3C053D26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EE006-640A-F423-3A25-65EF6B7A3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85F516-1FB8-D600-C52B-12E64D4E6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ED6BCF-1CD3-69B5-D09E-A1EA0F539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0FB817-3C7A-F5E7-5AC2-827E47850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BF5A520-A0E3-4D3C-4483-9B1817E50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4CB4AA5-EAA9-A7BC-6807-9C9CBC5B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3948AC-9616-DECF-63AD-1D834458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455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E199C-CA1B-52AE-8CFF-A1E9FC8C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D45D52-B9DE-7424-07C8-6C6542D6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EB98FE-694A-3FA2-152F-DEDD493A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6C2960-D17B-043F-97A4-AE7E4CDC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693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332384-C6CF-E38E-B3A8-E258AA8C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D46EBD-B474-6613-4AEF-8DBAAD202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5D65D6-41C4-092B-D795-2F492245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583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5E4C9-C673-1934-77A0-49C3C2D1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5C482E-655B-EC68-7520-B1B1F459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768949-B9EA-DE7F-29C8-6DA2C4C07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A4E90C-C384-0910-7BA0-444F08CE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FF7F54-FFD4-BDD5-F06E-96406F5E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3043C4-36BA-44A0-DC3B-B23C37B9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6601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2F58A-C7D3-43BA-8725-DBEBD5B65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30816E-6AC5-467B-A0BE-9AEF76BE6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0D5229-CB7A-151B-08CD-645999FCB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6D12BE-1F23-0B84-038F-F9BEB384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F5FA1F-62DC-7A31-A6DA-BB7A356A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C3776-8D48-E793-7B97-B4BC7DE0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746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7436D-036C-9004-008D-98D94147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5DB9A0-BFA6-D8D2-449D-C206B81C4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A06103-FC13-DD07-CF4E-418B7A06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2B4575-BAB1-3DCE-903A-8203C6BE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A8B459-D81D-64EE-77D4-B29CA1CF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64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AE0875-5038-7EBD-174A-150BCDB0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F09A85-1FBD-98FC-6DE2-5BC181A69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56F699-4AAC-4639-469A-8AC3A557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7969A7-9D5A-5833-05F0-E4E78A40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103300-0A5A-B3C1-F6BD-A65CF7DE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056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3ACB18-6038-0CBA-77D6-44D953D6E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D23522-19C1-146E-7638-CDC82F216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63F02C-4D4D-C5E0-42CB-AFE353EDA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C43D2-6491-8E49-8836-F3E75DE0CC0F}" type="datetimeFigureOut">
              <a:rPr lang="es-AR" smtClean="0"/>
              <a:t>11/3/26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3C5841-8AA9-B70C-ECD8-BF139B84E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4F887-E937-491E-81E4-5DC9BB4D5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DDFD7-95A8-DF4F-A7B2-96A41C6CD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914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7E857C58-2E48-B04C-2524-D9C02CBA84D2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103032" y="1122363"/>
                <a:ext cx="11990230" cy="238760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𝑚𝑡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1936−1955,</m:t>
                          </m:r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</m:t>
                          </m:r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6−19</m:t>
                          </m:r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78</m:t>
                          </m:r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𝐸𝑙𝑐𝑡𝑖𝑜𝑛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𝑇𝑦𝑝𝑒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𝑚𝑡</m:t>
                          </m:r>
                        </m:sub>
                      </m:sSub>
                    </m:oMath>
                  </m:oMathPara>
                </a14:m>
                <a:br>
                  <a:rPr lang="es-ES" sz="2300" b="0" dirty="0">
                    <a:ea typeface="Cambria Math" panose="02040503050406030204" pitchFamily="18" charset="0"/>
                  </a:rPr>
                </a:br>
                <a:br>
                  <a:rPr lang="es-ES" sz="2300" b="0" dirty="0">
                    <a:ea typeface="Cambria Math" panose="02040503050406030204" pitchFamily="18" charset="0"/>
                  </a:rPr>
                </a:br>
                <a:br>
                  <a:rPr lang="es-ES" sz="2300" dirty="0"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𝑚𝑡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1936−1955,</m:t>
                          </m:r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1956−1978,</m:t>
                          </m:r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E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3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𝑚𝑡</m:t>
                          </m:r>
                        </m:sub>
                      </m:sSub>
                    </m:oMath>
                  </m:oMathPara>
                </a14:m>
                <a:endParaRPr lang="es-AR" sz="2300" dirty="0"/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7E857C58-2E48-B04C-2524-D9C02CBA84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03032" y="1122363"/>
                <a:ext cx="11990230" cy="2387600"/>
              </a:xfrm>
              <a:blipFill>
                <a:blip r:embed="rId2"/>
                <a:stretch>
                  <a:fillRect b="-264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0123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12620</TotalTime>
  <Words>44</Words>
  <Application>Microsoft Macintosh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de Office</vt:lpstr>
      <vt:lpstr>y_mt=β_0+β_1 〖post〗_t×R_(1936-1955,m)+β_2 〖post〗_t×R_(1956-1978,m)+γ_t+δ_m+Elction〖Type〗_mt+u_mt   y_mt=β_0+β_1 〖post〗_t×R_(1936-1955,m)+β_2 〖post〗_t×R_(1956-1978,m)+γ_t+δ_m+u_mt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Florencia ruiz</dc:creator>
  <cp:lastModifiedBy>Florencia ruiz</cp:lastModifiedBy>
  <cp:revision>1</cp:revision>
  <dcterms:created xsi:type="dcterms:W3CDTF">2026-03-11T20:07:21Z</dcterms:created>
  <dcterms:modified xsi:type="dcterms:W3CDTF">2026-03-20T14:27:46Z</dcterms:modified>
</cp:coreProperties>
</file>